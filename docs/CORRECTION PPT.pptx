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3170-222A-9CDA-B32B-A360FE195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686D9-74B8-9AD7-E483-3F9687723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0375-700B-B970-A1DA-63913605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41E8-3A15-71C2-BD2E-4447232C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A7AF-D7DA-9946-82A5-46B1D096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30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ACAC-65D0-8690-8617-88A68EEF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74D8-1DD2-6A8C-269A-D673B5CD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1447-729C-2E3F-FAD8-1CE55696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FBC59-EF31-B17D-B6D3-4410A4D4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BFBB-A2E9-39E9-43B0-A734859C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4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5C38-6560-32AA-8729-25F019D9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71008-35B4-4F0A-AA0E-C5E819F33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1173-8D5A-AA42-F944-1E76CC0E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AF4C-FEF5-F982-A6FC-3CEB6CEA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1AB1-25E5-F6B5-068B-2F6556C3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5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D4AB-C643-9526-5253-28CF8301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6208-FD39-93BB-57B6-2FFC5F6D4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3A7B-C672-A4C3-E1EC-40054549F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427F4-ECF1-B034-DBCC-135357D4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7A069-C490-8366-56DC-2177F4C0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4970F-B7F2-7D69-55F0-9E30495C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99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EE09-37BB-726F-2FD5-B5B6A20D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A1518-03AA-78B1-6B1D-0450C4480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8E312-4E0E-11AB-CE87-8C2DB11D9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B0601-4559-4F47-4502-9843F0DFF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28BE1-4908-1BA2-869C-19E640A01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5A2BE-1354-F491-F987-7342890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27678-BF39-3D8B-EF81-E551CFDF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CC5B8-A767-B48E-1DEE-42ADE782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1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D747-4500-D89C-601A-C8FEDE3E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FD4C9-5131-9E30-802D-4980B6B8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68C2A-4F13-1D7B-0219-A1CFF3C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FA2D0-533D-943F-E495-B98B9BC0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11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9BAE2-7A2F-75FB-CCDF-43D723A9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C30C8-7449-E484-3DEE-E26A4B92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16812-5110-9D68-70FD-5B9A2E5A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4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23C6-510B-5140-6438-1B9B37D2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BC61-D2EC-847B-03B1-D0EC25AF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46679-2952-3FEB-35D5-1D9AE2F9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6965-7D4C-A0D7-DB96-28AA1E52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BE39B-0F28-C505-5482-CBF5C430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FD0B-D423-B112-BF4F-892C3F37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30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7898-D38E-2B16-086C-9090B309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3E12E-73E7-0CFE-B58F-2EA12141D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C4094-C1DA-492D-EB4A-45CBA1E05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3C120-64C1-5022-11AD-1B66C55D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C3E14-E69A-7C26-CBC5-B346118B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6D5BE-4477-7DA0-18A7-C956C21B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9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0F4-C32F-5C8C-C831-7DB50B2E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C9257-E546-480F-1485-6836AF416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D891-5E6D-68E2-F8B3-E30566C0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9F602-F440-CD1D-81C6-8F38A4A2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EB48-DF06-3A91-238C-0452262A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7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D447F-1D9A-84B8-DBD0-0B4C73023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14A44-1DC2-026B-4280-7473D7E48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C0CC0-65CC-8E64-4783-3EC2ACD2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53ED5-0794-84EB-9EEF-FD5574BA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EFC8-FF5D-4348-BF68-E00EFB6E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12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1D0D6-2450-1FC0-1C2D-A7789F35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D2220-5780-1E91-894A-FB222369D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9B0EF-BF5D-7925-D8BE-D0C93609E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D4EA3-025D-4205-9FE5-EB1B43880BE6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559DB-BDD1-D9F4-F197-2BDAAC6CA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6BC9-CE52-BD77-A2A9-556999E68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2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D7A9-95EA-B9D3-C92C-40408D513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281483" cy="1635854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Arial Black" panose="020B0A04020102020204" pitchFamily="34" charset="0"/>
              </a:rPr>
              <a:t>                      Department of Electronics &amp; Communication  Engineering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dirty="0"/>
          </a:p>
        </p:txBody>
      </p:sp>
      <p:pic>
        <p:nvPicPr>
          <p:cNvPr id="4" name="Picture 3" descr="A logo with a statue of a person holding flowers&#10;&#10;AI-generated content may be incorrect.">
            <a:extLst>
              <a:ext uri="{FF2B5EF4-FFF2-40B4-BE49-F238E27FC236}">
                <a16:creationId xmlns:a16="http://schemas.microsoft.com/office/drawing/2014/main" id="{8B8041AA-EB57-030A-104A-66691D96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13" y="163010"/>
            <a:ext cx="1628342" cy="148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A2588C-8669-0466-3D36-3E301A3A36E2}"/>
              </a:ext>
            </a:extLst>
          </p:cNvPr>
          <p:cNvSpPr txBox="1"/>
          <p:nvPr/>
        </p:nvSpPr>
        <p:spPr>
          <a:xfrm>
            <a:off x="78377" y="2204706"/>
            <a:ext cx="12586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"FPGA Implementation of Rate 1/2 Convolutional Encoder for UART Based Serial Data                   Transmission" </a:t>
            </a:r>
            <a:endParaRPr lang="en-IN" sz="24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44E6E3-EF1F-34BB-FDF9-5376B60D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119432"/>
              </p:ext>
            </p:extLst>
          </p:nvPr>
        </p:nvGraphicFramePr>
        <p:xfrm>
          <a:off x="2717074" y="4014651"/>
          <a:ext cx="6435635" cy="234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647">
                  <a:extLst>
                    <a:ext uri="{9D8B030D-6E8A-4147-A177-3AD203B41FA5}">
                      <a16:colId xmlns:a16="http://schemas.microsoft.com/office/drawing/2014/main" val="1160757296"/>
                    </a:ext>
                  </a:extLst>
                </a:gridCol>
                <a:gridCol w="3233988">
                  <a:extLst>
                    <a:ext uri="{9D8B030D-6E8A-4147-A177-3AD203B41FA5}">
                      <a16:colId xmlns:a16="http://schemas.microsoft.com/office/drawing/2014/main" val="2497789573"/>
                    </a:ext>
                  </a:extLst>
                </a:gridCol>
              </a:tblGrid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208409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Ibrahim Affan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4SO24EC046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91881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Kaushik N(Leader)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60540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Kruthi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Kundalpady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4SO24EC060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7318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Lereina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Reemal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Pashan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4SO24EC061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3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6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8C95-21F1-3EB3-6C34-42254E60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634" y="365126"/>
            <a:ext cx="8647612" cy="1045664"/>
          </a:xfrm>
        </p:spPr>
        <p:txBody>
          <a:bodyPr/>
          <a:lstStyle/>
          <a:p>
            <a:r>
              <a:rPr lang="en-IN" b="1" dirty="0">
                <a:latin typeface="Bookman Old Style" panose="02050604050505020204" pitchFamily="18" charset="0"/>
                <a:cs typeface="Arial" panose="020B0604020202020204" pitchFamily="34" charset="0"/>
              </a:rPr>
              <a:t>Problem Statement: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3A26-92FB-4820-5243-EF9B1B5E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85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E6C8AE-10ED-29B9-9E3E-9A6401AE09FB}"/>
              </a:ext>
            </a:extLst>
          </p:cNvPr>
          <p:cNvSpPr txBox="1"/>
          <p:nvPr/>
        </p:nvSpPr>
        <p:spPr>
          <a:xfrm>
            <a:off x="1105989" y="740228"/>
            <a:ext cx="964909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Planning</a:t>
            </a:r>
          </a:p>
          <a:p>
            <a:pPr>
              <a:buNone/>
            </a:pPr>
            <a:endParaRPr lang="en-US" sz="2400" b="1" dirty="0"/>
          </a:p>
          <a:p>
            <a:r>
              <a:rPr lang="en-US" dirty="0"/>
              <a:t>Initially, our team decided to work on the topic </a:t>
            </a:r>
            <a:r>
              <a:rPr lang="en-US" b="1" dirty="0"/>
              <a:t>Hamming Code</a:t>
            </a:r>
            <a:r>
              <a:rPr lang="en-US" dirty="0"/>
              <a:t>. However, due to the lack of suitable research papers and references, we later changed our topic to </a:t>
            </a:r>
            <a:r>
              <a:rPr lang="en-US" b="1" dirty="0"/>
              <a:t>Convolution Encoder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finalizing the topic, we started collecting and studying related research papers and reference materials.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work was then distributed among the team members as follows: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Kaushik</a:t>
            </a:r>
            <a:r>
              <a:rPr lang="en-US" dirty="0"/>
              <a:t>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Affan</a:t>
            </a:r>
            <a:r>
              <a:rPr lang="en-US" dirty="0"/>
              <a:t>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Kruthi</a:t>
            </a:r>
            <a:r>
              <a:rPr lang="en-US" dirty="0"/>
              <a:t>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Lereina</a:t>
            </a:r>
            <a:r>
              <a:rPr lang="en-US" dirty="0"/>
              <a:t> –</a:t>
            </a:r>
          </a:p>
        </p:txBody>
      </p:sp>
    </p:spTree>
    <p:extLst>
      <p:ext uri="{BB962C8B-B14F-4D97-AF65-F5344CB8AC3E}">
        <p14:creationId xmlns:p14="http://schemas.microsoft.com/office/powerpoint/2010/main" val="401996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92ADF-6559-AA62-1916-53C3B79C2A4A}"/>
              </a:ext>
            </a:extLst>
          </p:cNvPr>
          <p:cNvSpPr txBox="1"/>
          <p:nvPr/>
        </p:nvSpPr>
        <p:spPr>
          <a:xfrm>
            <a:off x="-1" y="400595"/>
            <a:ext cx="120004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2000" b="1" dirty="0"/>
          </a:p>
          <a:p>
            <a:r>
              <a:rPr lang="en-US" sz="2400" b="1" dirty="0"/>
              <a:t>  Objectives: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and implement a rate 1/2 convolutional encoder with constraint length K = 3 using generator polynomials g1 = 111 and g2 = 101 on FPGA.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UART module to take serial input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the encoder using a shift register and XOR logic.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 the encoded output bits into serial form so they can be transmitted through the UART module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Test the design using simulation (</a:t>
            </a:r>
            <a:r>
              <a:rPr lang="en-US" dirty="0" err="1"/>
              <a:t>Vivado</a:t>
            </a:r>
            <a:r>
              <a:rPr lang="en-US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13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Bookman Old Style</vt:lpstr>
      <vt:lpstr>Calibri</vt:lpstr>
      <vt:lpstr>Calibri Light</vt:lpstr>
      <vt:lpstr>Office Theme</vt:lpstr>
      <vt:lpstr>                      Department of Electronics &amp; Communication  Engineering </vt:lpstr>
      <vt:lpstr>Problem Statement: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KRUTHI KUNDALPADY</dc:creator>
  <cp:lastModifiedBy>KRUTHI KUNDALPADY</cp:lastModifiedBy>
  <cp:revision>1</cp:revision>
  <dcterms:created xsi:type="dcterms:W3CDTF">2026-05-12T04:23:14Z</dcterms:created>
  <dcterms:modified xsi:type="dcterms:W3CDTF">2026-05-12T04:23:42Z</dcterms:modified>
</cp:coreProperties>
</file>